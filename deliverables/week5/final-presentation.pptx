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min talk + 10 min Q&amp;A. Open by naming the scope out loud: segmentation + a CADe flag, never a diagnosis.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10 seconds. Say the section name and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Expand on whichever lands: the biology, the invisibility, or the volume of reading. The 10.4% is the business framing — most of the work is ruling things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decision this supports is triage and time: where to look first, and how much tracing work is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20 seconds. Stating scope up front pre-empts half the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Make sure the endpoint is running and the UI is on the Scan library before you advance.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Set expectations in 30 seconds, then switch 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6-7 minutes. Runsheet:
1. Scan library — real held-out studies
2. Load one UNMARKED — this is what the radiologist sees
3. Analyze — live endpoint call, ~0.6s, 'scored just now' badge
4. Read the finding — flag, size, confidence
5. Reveal source of truth — red vs amber, Dice appears
6. 3D — rotate the pancreas with the lesion inside
7. Show the honest case: the healthy scan it over-calls
Fallback: if the endpoint drops, the UI serves cached results — say so out loud, it is a designed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The architecture diagram is next — give yourself room to walk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2-3 minutes. Walk it left to right:
1. DATA — 9,901 real volumes on an external drive, indexed, split by patient, audited for broken masks.
2. TRAINING — whole-box preprocessing into one 128 cube, SegResNet fine-tuned from SuPreM, every run in MLflow.
3. EVALUATION + REGISTRY — sliding-window scoring on the untouched test set, then the model is registered as v1.
4. SERVING + INTERFACE — FastAPI endpoint, React/NiiVue front-end, and a human who accepts, edits, or rejects.
Then point at the cross-cutting band: that row is the answer to 'where is your DAG'. Ordering, reproducibility,
logging and error handling are all delivered — only the scheduler is missing, and the dataset is static.
Land on the scope line at the bottom: the model is GIVEN the pancreas region. Say it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Good place to talk about real-world messiness versus clean teaching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EXP-09. Single variable, same recipe. From scratch also flagged every healthy scan.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This is the section to modulate. Four stories are coming — lean into whichever the room is leaning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 — DROP IF BEHIND] Frame for the next three stories. If you are over time, skip this and open with the whole-box story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point: the nulls were informative. They told me where the problem wasn't, which is how I found where it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strongest credibility moment in the talk. Caught before external validation, which is exactly when you want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Both rejections are wins for the method. The second is the honest 'I didn't move my own goalposts'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Own the limitations here rather than waiting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Lead with detection — the number that matters for a CADe tool. Walk the business line under each stat, then the benchmark bar as the yardstick.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Own it first, then justify. Emphasise: this was a scoped decision, tested, not 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The AUC 0.80 line is the sophisticated point — the signal exists, the cut-off is misplaced. Retraining the segmenter to be timid made the outlines worse, which I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 — DROP IF BEHIND] Size is the dominant driver; this one behaviour caps Dice AND drives low specificity. Skippable if tight — the previous slide already names the weakness.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Slow down here. This is the part they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Close the loop honestly. The 'thrilled if it flags cancer even modestly' line pairs well with 96%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[RIFF] Honest and non-defensive. Both facts are true: AI found the bug, AI wrote the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30 seconds. Frame as deliberate scope, not regret. One line about carrying it into the capstone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[TRANSIT] Land it and stop. 10 minutes of Q&amp;A follows — see the Q&amp;A prep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clever-cannon/mnt/Neuro-data/week5/pants-review-title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57424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Evans   ·   five-week independent ML project   ·   Johns Hopkins PanTS dataset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41248" y="608990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use only — a segmentation and annotation-assist tool, not a diagnostic system.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who it's for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pancreas is uniquely hard, and what changes for the person reading the scan.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minutes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pancreas is hard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Pancreatic cancer is among the deadliest — outcomes hinge on catching it early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 is soft, irregular, and hidden behind other structures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Tumors are often nearly invisible to the human eye on a CT slice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radiologist reads hundreds of slices per scan, and most scans are normal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49040" cy="3200400"/>
          </a:xfrm>
          <a:prstGeom prst="roundRect">
            <a:avLst>
              <a:gd name="adj" fmla="val 2571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214884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0" y="29900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scans in this dataset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 tumor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92440" y="3977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needle-in-a-haystack read, repeated all 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value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for, and what changes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78308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pancreas by hand, slice by slice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for a lesion that may not be visible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tedious, and easy to miss something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tool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514600"/>
            <a:ext cx="4480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outline is already drawn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edit, or reject it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flag says “look here first”</a:t>
            </a:r>
            <a:endParaRPr lang="en-US" sz="15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mask and finish the job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radiologist / imaging annotator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value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— and what it isn't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14600" y="18288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segmentation tool: it outlines the pancreas and any suspicious region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852928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2852928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 assist: it flags “there could be a tumor here” for review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877056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877056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3877056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— it never decides whether a patient has cancer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901184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01184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4901184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— a human reviews and edits every single output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business value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unmarked scan, scored live by the deployed model, then checked against the truth.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 minutes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watch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40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unmarked scan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a radiologist sees — nothing drawn on it yet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240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CB9DC"/>
          </a:solidFill>
          <a:ln w="12700">
            <a:solidFill>
              <a:srgbClr val="6CB9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0872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it live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90872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call to the deployed endpoint, about half a second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55864" y="192024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2402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BC55"/>
          </a:solidFill>
          <a:ln w="12700">
            <a:solidFill>
              <a:srgbClr val="F4B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is revealed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383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contours overlaid on the prediction — how close was it?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shown is held-out data the model never trained 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 Review  ·  localhost:5173  ·  live inference on port 8000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built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pipeline, the model, and how a checkpoint becomes something a person can use.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minutes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clever-cannon/mnt/outputs/sys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64592"/>
            <a:ext cx="11649456" cy="64190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was the hard part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9,901 real CT volumes — about 380 GB, on an external drive, never in the repo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patient, stratified by tumor, so no patient appears on both sides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8 scans had a broken or empty mask — audited and excluded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range from 8 to over 1,000 slices, across four scanner manufacturers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8288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0116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863840" y="28529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volumes indexed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3429000"/>
            <a:ext cx="3657600" cy="1417320"/>
          </a:xfrm>
          <a:prstGeom prst="roundRect">
            <a:avLst>
              <a:gd name="adj" fmla="val 5806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36118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863840" y="44531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broken or empty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data integrity turned out to be the work, not a distraction from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walkthrough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3657600"/>
          </a:xfrm>
          <a:prstGeom prst="roundRect">
            <a:avLst>
              <a:gd name="adj" fmla="val 225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SegResNet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526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from SuPreM — pretrained by the same Johns Hopkins lab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classes: background, pancreas, lesion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Whole-box input: the entire pancreas region as one cube</a:t>
            </a:r>
            <a:endParaRPr lang="en-US" sz="14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Apple Silicon (MPS), ~7-14 h per run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166360" cy="3657600"/>
          </a:xfrm>
          <a:prstGeom prst="roundRect">
            <a:avLst>
              <a:gd name="adj" fmla="val 225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pretraining matter?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measured it instead of assuming.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583680" y="3813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06840" y="29718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0.257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9006840" y="381304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 transfer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 lesion Dice — the pretraining is what makes this work at my data scale.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48646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the two runs also differ in learning rate and freeze schedule, so this is a strong signal rather than a perfectly clean ablation.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walkthrough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actually worked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Twenty-six experiments, one idea that changed everything, and the day I found my own number was wrong.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minutes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experiments, bars set in advance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experiment: a hypothesis and an accept/reject bar written BEFORE the run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 — everything else held fixed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logged with its decision, including the failures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one experiment per night: a training run is 7 to 14 hours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874520"/>
            <a:ext cx="3657600" cy="3017520"/>
          </a:xfrm>
          <a:prstGeom prst="roundRect">
            <a:avLst>
              <a:gd name="adj" fmla="val 2727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22402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863840" y="308152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experiments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37947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Accepted, rejected, or null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written down.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3949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couldn't say in advance what would make me abandon an idea, I wasn't testing it.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breakthrough was an idea, not a knob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6720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found tumors but over-predicted them — flagging something on 92% of healthy scans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the obvious knobs. Sampling: null. Loss function: null.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nulls told me the problem was structural, not a hyperparameter</a:t>
            </a:r>
            <a:endParaRPr lang="en-US" sz="160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 stop feeding random patches. Feed the ENTIRE pancreas region as one cube.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818120" y="1828800"/>
            <a:ext cx="3703320" cy="3246120"/>
          </a:xfrm>
          <a:prstGeom prst="roundRect">
            <a:avLst>
              <a:gd name="adj" fmla="val 2535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structural change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92440" y="2606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Dice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29800" y="2606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→ 0.81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2440" y="3172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29800" y="31729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→ 55%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2440" y="37398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29800" y="37398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the architecture of the final model.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5257800"/>
            <a:ext cx="10789920" cy="868680"/>
          </a:xfrm>
          <a:prstGeom prst="roundRect">
            <a:avLst>
              <a:gd name="adj" fmla="val 9474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25780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caveats I keep attached to this. </a:t>
            </a:r>
            <a:pPr indent="0" marL="0">
              <a:buNone/>
            </a:pPr>
            <a:r>
              <a:rPr lang="en-US" sz="12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bundled several changes at once — crop, spacing, field of view, and sampling all moved — so it is evidence that whole-box works, not proof that one knob did it. And part of the specificity jump is structural: a pancreas box simply contains less tissue to false-alarm on than a whole scan, so 8% to 55% is not like-for-like.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found out my own number was wrong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720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code audit found my data-scaling script sampled from the wrong column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training set overlapped my validation set — 30 of the 40 cases I was reporting on had been trained on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verified it myself, then fixed the root cause rather than the symptom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guard that aborts training if a split ever touches validation — that class of bug can't recur silently</a:t>
            </a:r>
            <a:endParaRPr lang="en-US" sz="1550" dirty="0"/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the splits, retrained, and re-reported the honest number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818120" y="1828800"/>
            <a:ext cx="3703320" cy="3063240"/>
          </a:xfrm>
          <a:prstGeom prst="roundRect">
            <a:avLst>
              <a:gd name="adj" fmla="val 2687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244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had reported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trike="sngStrike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0.528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9244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validation set, after the fix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92440" y="31272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92440" y="382219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like-for-like drop. My 0.474 headline is a different, larger cohort — the held-out test set.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18120" y="502920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did not collapse, so the underlying result was genuine — only the margin was contaminated.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experiments I rejected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44200" cy="1691640"/>
          </a:xfrm>
          <a:prstGeom prst="roundRect">
            <a:avLst>
              <a:gd name="adj" fmla="val 4865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3911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Anatomy-aware supervision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4688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like a clear win at an intermediate checkpoint — +0.041 lesion Dice.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trained both arms to convergence before deciding. The effect vanished. Rejected.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749040"/>
            <a:ext cx="10744200" cy="1691640"/>
          </a:xfrm>
          <a:prstGeom prst="roundRect">
            <a:avLst>
              <a:gd name="adj" fmla="val 4865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9136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healthy training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its specificity bar decisively — 17% up to 46%.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7091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detection fell to 88%, three cases below the floor I set in advance. Rejected.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5669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result you stop at because it looks good is not a result you can trust.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worked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and where it falls short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held-out numbers, what they mean for the user, and the two real limitations.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minutes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numbers, and what they mean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held-out test set — 901 scans, scored once, never touched during development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95528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sensitivity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05256" y="363931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rate. Of the tumors present, almost all are surfaced for review.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01568" y="20574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11296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· CI 0.42–0.52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21024" y="363931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burden. A usable starting contour that still needs a human pass.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17336" y="20574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27064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Dice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36792" y="363931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tedious tracing is largely done, close to expert quality.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833104" y="205740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33104" y="2286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4283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052560" y="363931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rate. It cries wolf often, so a flag is a prompt, not a verdict.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525780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257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PanTS benchmark: ~0.53 lesion Dice   (MedFormer 0.529 · R-Super 0.534, which uses additional external data)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the model is given the pancreas region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44200" cy="822960"/>
          </a:xfrm>
          <a:prstGeom prst="roundRect">
            <a:avLst>
              <a:gd name="adj" fmla="val 100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pointed at the pancreas rather than searching the whole scan on its own.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that was the right call for this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real workflow — in annotation-assist, the reviewer supplies the region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isolates segmentation quality from localization error, so the number measures one thing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constraint IS the whole-box breakthrough — the fix for over-prediction came from it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ignored: I built and evaluated the autonomous version, with a millimetre-level containment audit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specificity is 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44200" cy="822960"/>
          </a:xfrm>
          <a:prstGeom prst="roundRect">
            <a:avLst>
              <a:gd name="adj" fmla="val 100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over-calls on healthy scans — 17% specificity is the weakest number in the project.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deprioritised — and worked, not forgotten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CADe tool, a missed tumor costs more than a false alarm — detection came first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documented attempts: sampling ratio, loss function, an anatomical constraint, more healthy data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discriminate — patient-level AUC 0.80 — so it is a threshold problem, not blindness</a:t>
            </a:r>
            <a:endParaRPr lang="en-US" sz="155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conclusion: it needs a decision layer in front of it, not a more timid segmenter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fails, precisely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 &lt; 1 cm³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9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 ·  78% detected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 1–8 cm³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45152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 ·  100% detected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5864" y="192024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0184" y="21488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 &gt; 8 cm³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30184" y="25603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30184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 ·  100% detected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10744200" cy="1143000"/>
          </a:xfrm>
          <a:prstGeom prst="roundRect">
            <a:avLst>
              <a:gd name="adj" fmla="val 72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7200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tumors are found but over-drawn — sometimes 25 to 50 times too large. The tool still surfaces them; the outline needs real editing.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limits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rgbClr val="1222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868680" y="27614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72768" y="272491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00200" y="34564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learn in week one, and what five weeks actually taught 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396849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 minutes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set out to learn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744200" cy="1234440"/>
          </a:xfrm>
          <a:prstGeom prst="roundRect">
            <a:avLst>
              <a:gd name="adj" fmla="val 6667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“Learn to set up a 3D image processing pipeline end to end — and prove I can build something that holds up on real-world data.”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takeaway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364845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exists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4960" y="35204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through training, evaluation, registry, endpoint, and interface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43982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CB9DC"/>
          </a:solidFill>
          <a:ln w="12700">
            <a:solidFill>
              <a:srgbClr val="6CB9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2702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→ 3D taught me what changes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4960" y="42702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the constraint; how you crop is a modelling decision, not preprocessing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4BC55"/>
          </a:solidFill>
          <a:ln w="12700">
            <a:solidFill>
              <a:srgbClr val="F4BC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50200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was the part I underestimated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94960" y="502005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masks, wild geometry, four scanner makers — auditing WAS the work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actually shaped the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planned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coding accelerator and an explainer.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166360" cy="1828800"/>
          </a:xfrm>
          <a:prstGeom prst="roundRect">
            <a:avLst>
              <a:gd name="adj" fmla="val 4500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became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4688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adversarial reviewer I stopped trusting by default.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loop: write a spec → a second AI reviews the plan → write code → review the code → a regression test for every bug found</a:t>
            </a:r>
            <a:endParaRPr lang="en-US" sz="15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found my leakage bug — and it had also written that bug</a:t>
            </a:r>
            <a:endParaRPr lang="en-US" sz="15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consistent failure mode: AI is confident about data it has not inspected</a:t>
            </a:r>
            <a:endParaRPr lang="en-US" sz="1500" dirty="0"/>
          </a:p>
          <a:p>
            <a:pPr marL="342900" indent="-342900">
              <a:lnSpc>
                <a:spcPts val="27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rule became: make it read the file and show me the output before it asserts anything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I'd had more time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44200" cy="1051560"/>
          </a:xfrm>
          <a:prstGeom prst="roundRect">
            <a:avLst>
              <a:gd name="adj" fmla="val 7826"/>
            </a:avLst>
          </a:prstGeom>
          <a:solidFill>
            <a:srgbClr val="13212F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8308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regrets — they were deferred deliberately. I hit the goals I set for this project.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10896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335584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31089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autonomous cascade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31089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already built and it runs — a localizer finds the pancreas on the full scan, then the segmenter reads that box. What it lacks is a clean accuracy number after the leakage fix.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11480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43616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4114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layer for specificity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4114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AUC says the signal is there — the fix is a gate in front of the model, not a more timid model.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120640"/>
            <a:ext cx="10744200" cy="868680"/>
          </a:xfrm>
          <a:prstGeom prst="roundRect">
            <a:avLst>
              <a:gd name="adj" fmla="val 9474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53675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6C5A6"/>
          </a:solidFill>
          <a:ln w="12700">
            <a:solidFill>
              <a:srgbClr val="26C5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5120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all 9,000 scans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57800" y="51206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scale was the only lever that consistently moved accuracy, and I never found its ceiling.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0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landed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974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tumors flagged for review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16552" y="23774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26974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CB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16552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lesion Dice vs a ~0.53 benchmark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10144" y="2377440"/>
            <a:ext cx="3429000" cy="1828800"/>
          </a:xfrm>
          <a:prstGeom prst="roundRect">
            <a:avLst>
              <a:gd name="adj" fmla="val 4500"/>
            </a:avLst>
          </a:prstGeom>
          <a:solidFill>
            <a:srgbClr val="0E1A26"/>
          </a:solidFill>
          <a:ln w="12700">
            <a:solidFill>
              <a:srgbClr val="1D2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10144" y="26974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B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10144" y="353872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91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scans, scored once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3D pipeline, an honest evaluation, and a tool a radiologist could actually sit down with.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C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PanTS — 3D Pancreatic Lesion Segmentation</dc:title>
  <dc:subject>PptxGenJS Presentation</dc:subject>
  <dc:creator>Quinn Evans</dc:creator>
  <cp:lastModifiedBy>Quinn Evans</cp:lastModifiedBy>
  <cp:revision>1</cp:revision>
  <dcterms:created xsi:type="dcterms:W3CDTF">2026-07-29T02:34:57Z</dcterms:created>
  <dcterms:modified xsi:type="dcterms:W3CDTF">2026-07-29T02:34:57Z</dcterms:modified>
</cp:coreProperties>
</file>