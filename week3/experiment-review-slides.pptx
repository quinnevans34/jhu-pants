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lesion Dice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95 cases</c:v>
                  </c:pt>
                  <c:pt idx="1">
                    <c:v>300 cases</c:v>
                  </c:pt>
                  <c:pt idx="2">
                    <c:v>1,412 cases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0.263</c:v>
                </c:pt>
                <c:pt idx="1">
                  <c:v>0.327</c:v>
                </c:pt>
                <c:pt idx="2">
                  <c:v>0.524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just demoed the 3D viewer. This deck covers the graded experimentation: what we built, what we tried, the model we selected, and where we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audiences the assignment asks for: rigor for the technical lead, trust and usefulness for the stakeholder.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whole-box ROI fixed the over-prediction structurally, without a hyperparameter change. It is a provided (oracle) ROI — we return to that honestly in the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language: did we catch the cancers, and did we avoid crying wolf. The confusion matrix defines the four outcomes; the 55% is an illustrative teaching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nulls are the control experiments — ruling out four recipe knobs is what made the data conclusion rigorous. Every run was single-variable with a pre-registered accept/reject bar, tracked in MLflow.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lever, dominant effect. Honest framing: two things changed vs the 300-case run (data and iterations), and it's a provided-ROI upper bound, so a pancreas-only control is running. Still, the trend is unambiguous.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Defend with evidence, acknowledge the tail. The size diagram explains why the average isn't higher: large tumors reach 0.70, small ones 0.22 — the 0.52 average is a blend, and we report 90% detection alongside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dimension. Leading with detection sensitivity and an honest self-audit is what a technical lead wants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transparency: honestly ahead. The data result reframed Week 4 from 'maybe try more data' to 'scale the proven lever and clean up the reporting'.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saw this live at the start. It's the same files the pipeline exports — reusable straight into the Week 5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disciplined experiments, a data-driven breakthrough, a defensible and honestly-caveated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&amp; Lesion Segmentation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tool that outlines the pancreas and flags a possible tumor — an assist for radiologists, not a diagnosis.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41148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pancreas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411480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lesion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Quinn   ·   Week 3   ·   Experiment Review &amp; Model Selection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Hand-tracing tumors is slow — and two people are judging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proposes the outline so a radiologist can accept, edit, or reject it — saving time on a hard, manual task.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Radiologists hand-trace the pancreas and any tumor on 3D CT — slow, tedious work on a small, hard-to-see organ.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</a:rPr>
              <a:t>Our model proposes the outline; the human stays in charge. Assist, not automation.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56832" y="2194560"/>
            <a:ext cx="182880" cy="1828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The technical lead wants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56832" y="25786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Rigorous, single-variable, fairly-compared experiments and a sound model choice.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2918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6832" y="356616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3474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The business stakeholder wants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6832" y="3950208"/>
            <a:ext cx="4700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To know what it does, how accurate it is, and whether it can be trusted.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+ THE KEY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whole-box 3D model with a possible-tumor flag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feature-engineering decision that mattered: show the model the WHOLE pancreas at once, not random patches.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30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CT volume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the 3D 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7764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2130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</a:rPr>
              <a:t>SegResNet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7764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pretrained (SuPreM)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084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269480" y="196596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130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</a:rPr>
              <a:t>Output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69480" y="25786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pancreas + lesion + flag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</a:rPr>
              <a:t>Whole-box ROI: crop to the pancreas and feed the entire organ as one 128-voxel cube every training step, so the model always sees the whole pancreas in context instead of a random slab.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3429000"/>
            <a:ext cx="429768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611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What the whole-box bought 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4114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1F5F9"/>
                </a:solidFill>
              </a:rPr>
              <a:t>specificity  8%  →  55%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4A3B8"/>
                </a:solidFill>
              </a:rPr>
              <a:t>the model stopped over-flagging healthy scans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two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track how well we outline real tumors (lesion Dice) and how often we correctly leave healthy scans alone (specificity).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114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87171"/>
                </a:solidFill>
              </a:rPr>
              <a:t>Lesion Dice — accuracy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4A3B8"/>
                </a:solidFill>
              </a:rPr>
              <a:t>When there IS a tumor, how well does our outline overlap the truth?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34D399"/>
                </a:solidFill>
              </a:rPr>
              <a:t>Specificity — trust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4A3B8"/>
                </a:solidFill>
              </a:rPr>
              <a:t>On a healthy scan, do we correctly stay quiet and not cry wolf?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64748B"/>
                </a:solidFill>
              </a:rPr>
              <a:t>Each is scored only where it is defined, so healthy scans can never dilute the tumor-outline score.</a:t>
            </a:r>
            <a:endParaRPr lang="en-US" sz="1700" dirty="0"/>
          </a:p>
        </p:txBody>
      </p:sp>
      <p:pic>
        <p:nvPicPr>
          <p:cNvPr id="6" name="Image 0" descr="/sessions/gifted-clever-cannon/mnt/Neuro-data/week3/diagrams/png/metrics-confusion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6583680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tumor accuracy — and what didn't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changed one thing at a time. Recipe tweaks did nothing for tumor accuracy; structure, transfer, and data did everything.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</a:rPr>
              <a:t>Did NOT move it  (all nulls)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Balanced patch sampling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Loss reweighting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Bigger field of view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Finer resolution (helped the pancreas, not the tumor)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Four recipe knobs, four dead ends — each one ruled out a suspect.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118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DID move 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Whole-box ROI — structural change; fixed the over-prediction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SuPreM transfer — essential; from scratch collapses to 0.12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F1F5F9"/>
                </a:solidFill>
              </a:rPr>
              <a:t>MORE DATA — the winner, by a wide margin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E7B7"/>
                </a:solidFill>
              </a:rPr>
              <a:t>Recipe tuning didn't raise tumor accuracy. Structure, transfer, and data did.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accuracy scales with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recipe fixed and training on more tumor cases roughly doubled our lesion-outline accuracy.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126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20116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34D399"/>
                </a:solidFill>
              </a:rPr>
              <a:t>lesion Dice  0.26  →  0.52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Scaling tumor data from 95 to all 1,412 cases roughly doubled it — landing at the segmentation SOTA reference (~0.53).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94A3B8"/>
                </a:solidFill>
              </a:rPr>
              <a:t>The gain came from tighter outlines: with more examples the model stopped over-painting tumors.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9440" y="5623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 provided-ROI development number (an upper bound). A stricter control is running to confirm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 selected, and the trade-offs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carrying forward the whole-box model trained on all 1,412 available cases — chosen on evidence, not just the top number.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1F5F9"/>
                </a:solidFill>
              </a:rPr>
              <a:t>Whole-box SuPreM-transfer SegResNet, trained on all 1,412 cases (706 tumor).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34D399"/>
                </a:solidFill>
              </a:rPr>
              <a:t>pancreas 0.837   ·   lesion 0.52   ·   detects 90% of tumors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800" dirty="0">
                <a:solidFill>
                  <a:srgbClr val="F1F5F9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Transfer is essential — the same model from scratch scores only 0.12.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</a:rPr>
              <a:t>It catches 90% of tumors; the remaining gap is outline precision on the smallest ones.</a:t>
            </a:r>
            <a:endParaRPr lang="en-US" sz="1600" dirty="0"/>
          </a:p>
        </p:txBody>
      </p:sp>
      <p:pic>
        <p:nvPicPr>
          <p:cNvPr id="6" name="Image 0" descr="/sessions/gifted-clever-cannon/mnt/Neuro-data/week3/diagrams/png/metrics-dice-small-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48840"/>
            <a:ext cx="5486400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IT?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tunable operating point — and an honest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flags 90% of tumors, its sensitivity/specificity is a dial we can set, and we audited our own metrics for honesty.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Detection: 90% of tumors are flagged — the core job of a CADe assist.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The sensitivity vs specificity balance is an operating point we choose (screening vs confirmation).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We audited the scoring (plus an independent AI pass): arithmetic correct, no train/validation leakage.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Stated honestly: a provided-ROI upper bound (control running), a development number, and mask-based specificity.</a:t>
            </a:r>
            <a:endParaRPr lang="en-US" sz="1400" dirty="0"/>
          </a:p>
        </p:txBody>
      </p:sp>
      <p:pic>
        <p:nvPicPr>
          <p:cNvPr id="6" name="Image 0" descr="/sessions/gifted-clever-cannon/mnt/Neuro-data/week3/diagrams/png/metrics-operating-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0312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HEALTH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plan, and the path is clear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finished Week 3 ahead of schedule and broke the accuracy ceiling; here is what Week 4 and beyond hold.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Weeks 1–3: done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Data validated, pipeline built, and this week we broke the accuracy ceiling — 0.26 to 0.52.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286000"/>
            <a:ext cx="182880" cy="18288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Week 4: in progress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670048"/>
            <a:ext cx="3008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long training run on max data, the pancreas-only de-leak control, and a final held-out test pass.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2286000"/>
            <a:ext cx="182880" cy="18288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194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Week 5 + capstone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2752" y="2670048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UI polish, failure analysis, and the autonomous locate-then-segment cascade.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Level 4.5 (pancreas + lesion) is the line that must hold. Everything above it is a documented stretch goal.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(demoed live)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3D viewer that shows the scan, the pancreas, and the flagged tumor — the demo you saw at the start.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583680" cy="4206240"/>
          </a:xfrm>
          <a:prstGeom prst="roundRect">
            <a:avLst>
              <a:gd name="adj" fmla="val 2174"/>
            </a:avLst>
          </a:prstGeom>
          <a:solidFill>
            <a:srgbClr val="05070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2834640"/>
            <a:ext cx="2468880" cy="2834640"/>
          </a:xfrm>
          <a:prstGeom prst="ellipse">
            <a:avLst/>
          </a:prstGeom>
          <a:solidFill>
            <a:srgbClr val="34D399">
              <a:alpha val="4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2971800"/>
            <a:ext cx="1051560" cy="10515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715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3D pancreas (green) + lesion (red)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06640" y="219456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React + NiiVue, static-first (no backend needed for the demo).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True 3D: rotate and cut through the volume, or browse the raw CT slices.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Toggle the model's prediction vs the radiologist's ground truth.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</a:rPr>
              <a:t>Plain-language 'possible lesion' summary; the technical metrics live in a separate view.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2148840"/>
            <a:ext cx="256032" cy="25603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057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Nulls are evidence.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24871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Four dead-end experiments are what made the data conclusion airtight.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Data is the lever.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38587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Scaling tumor data doubled accuracy, 0.26 to 0.52 — at the SOTA reference.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256032" cy="25603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Honest and audited.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5230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 provided-ROI upper bound with no leakage, a self-audit, and a de-leak control already running.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2026-07-17T16:31:54Z</dcterms:created>
  <dcterms:modified xsi:type="dcterms:W3CDTF">2026-07-17T16:31:54Z</dcterms:modified>
</cp:coreProperties>
</file>